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896" y="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06" y="482063"/>
            <a:ext cx="9734294" cy="60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269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Antarctica</dc:creator>
  <cp:lastModifiedBy>Antarctica</cp:lastModifiedBy>
  <cp:revision>5</cp:revision>
  <dcterms:created xsi:type="dcterms:W3CDTF">2023-08-09T12:44:00Z</dcterms:created>
  <dcterms:modified xsi:type="dcterms:W3CDTF">2026-07-30T03:39:27Z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